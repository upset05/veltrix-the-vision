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4F46E5"/>
                </a:solidFill>
                <a:latin typeface="Arial"/>
              </a:defRPr>
            </a:pPr>
            <a:r>
              <a:t>VELTRIX ECOSYSTEM</a:t>
            </a:r>
          </a:p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The Vision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A Unified Suite of Fintech Platforms and Intelligent Assistants</a:t>
            </a:r>
            <a:br/>
            <a:r>
              <a:t>Created by The Accountant · Version by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Connected Digital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STAGE 01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Veltrix VTU</a:t>
            </a:r>
          </a:p>
          <a:p>
            <a:pPr>
              <a:spcAft>
                <a:spcPts val="14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BUILT / OPERATIONAL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Premium student fintech platform. Allows instant purchases of data &amp; airtime, secure wallet funding via Paystack, transaction tracking, and admin controls.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82880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100" b="1">
                <a:solidFill>
                  <a:srgbClr val="8B5CF6"/>
                </a:solidFill>
                <a:latin typeface="Arial"/>
              </a:defRPr>
            </a:pPr>
            <a:r>
              <a:t>STAGE 02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Veltrix Core</a:t>
            </a:r>
          </a:p>
          <a:p>
            <a:pPr>
              <a:spcAft>
                <a:spcPts val="1400"/>
              </a:spcAft>
              <a:defRPr sz="900" b="1">
                <a:solidFill>
                  <a:srgbClr val="8B5CF6"/>
                </a:solidFill>
                <a:latin typeface="Arial"/>
              </a:defRPr>
            </a:pPr>
            <a:r>
              <a:t>ACTIVE DEVELOPMENT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AI-powered intelligence system. Contains modular files for learning, identity databases, local facts memory, session reports, notes and tasks tracker.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t>STAGE 03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Veltrix Studio</a:t>
            </a:r>
          </a:p>
          <a:p>
            <a:pPr>
              <a:spcAft>
                <a:spcPts val="1400"/>
              </a:spcAft>
              <a:defRPr sz="900" b="1">
                <a:solidFill>
                  <a:srgbClr val="4F46E5"/>
                </a:solidFill>
                <a:latin typeface="Arial"/>
              </a:defRPr>
            </a:pPr>
            <a:r>
              <a:t>PLANNED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AI website builder. Generates landing pages, copy, templates, layouts, and custom deployment structures. Will integrate closely with Veltrix 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828800"/>
            <a:ext cx="24688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100" b="1">
                <a:solidFill>
                  <a:srgbClr val="F97316"/>
                </a:solidFill>
                <a:latin typeface="Arial"/>
              </a:defRPr>
            </a:pPr>
            <a:r>
              <a:t>STAGE 04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Veltrix OS</a:t>
            </a:r>
          </a:p>
          <a:p>
            <a:pPr>
              <a:spcAft>
                <a:spcPts val="1400"/>
              </a:spcAft>
              <a:defRPr sz="900" b="1">
                <a:solidFill>
                  <a:srgbClr val="F97316"/>
                </a:solidFill>
                <a:latin typeface="Arial"/>
              </a:defRPr>
            </a:pPr>
            <a:r>
              <a:t>LONG-TERM VISION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Android-based custom mobile OS. Houses Veltrix Core as the underlying intelligence layer for AI-assisted phone experience and supervised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STAGE 01 — OPERATIONAL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Veltrix VTU: Campus Airtime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Built for Campus Life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Instant Top-Ups: Airtime and data delivered in milliseconds via premium provider APIs.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Secure Payment Flow: Seamless wallet funding secured by Paystack flat-fee transactions.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Security-First: User login, persistent session storage, and 4-digit transaction PIN verification.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Referral Engine: Cash bonuses instantly credited to user wallets on referral funding.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Management Hub: Full dashboard reporting, transaction logs, and administrative controls.</a:t>
            </a:r>
          </a:p>
        </p:txBody>
      </p:sp>
      <p:pic>
        <p:nvPicPr>
          <p:cNvPr id="5" name="Picture 4" descr="vtu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STAGE 02 — ACTIVE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Veltrix Core: Visual Release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645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8B5CF6"/>
                </a:solidFill>
                <a:latin typeface="Arial"/>
              </a:defRPr>
            </a:pPr>
            <a:r>
              <a:t>v0.1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Genesis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Pulse Dot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286000"/>
            <a:ext cx="1645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8B5CF6"/>
                </a:solidFill>
                <a:latin typeface="Arial"/>
              </a:defRPr>
            </a:pPr>
            <a:r>
              <a:t>v0.2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Awakening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Active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286000"/>
            <a:ext cx="1645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8B5CF6"/>
                </a:solidFill>
                <a:latin typeface="Arial"/>
              </a:defRPr>
            </a:pPr>
            <a:r>
              <a:t>v0.4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Memory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Storage Recall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2286000"/>
            <a:ext cx="1645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8B5CF6"/>
                </a:solidFill>
                <a:latin typeface="Arial"/>
              </a:defRPr>
            </a:pPr>
            <a:r>
              <a:t>v0.8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Modular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Code Refactor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2286000"/>
            <a:ext cx="1645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8B5CF6"/>
                </a:solidFill>
                <a:latin typeface="Arial"/>
              </a:defRPr>
            </a:pPr>
            <a:r>
              <a:t>v0.95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Productive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Notes &amp;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2286000"/>
            <a:ext cx="16459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2200" b="1">
                <a:solidFill>
                  <a:srgbClr val="8B5CF6"/>
                </a:solidFill>
                <a:latin typeface="Arial"/>
              </a:defRPr>
            </a:pPr>
            <a:r>
              <a:t>v1.0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0F172A"/>
                </a:solidFill>
                <a:latin typeface="Arial"/>
              </a:defRPr>
            </a:pPr>
            <a:r>
              <a:t>Dream Alpha</a:t>
            </a:r>
          </a:p>
          <a:p>
            <a:pPr algn="ctr">
              <a:spcBef>
                <a:spcPts val="8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Official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STAGE 02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Veltrix Core: Internal System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918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8B5CF6"/>
                </a:solidFill>
                <a:latin typeface="Arial"/>
              </a:defRPr>
            </a:pPr>
            <a:r>
              <a:t>Identity &amp; Knowledge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Reads configuration dynamically from dedicated JSON database categories (anime, personal, business focus). Stores state and local identities and updates categories via prompt instructions.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011680"/>
            <a:ext cx="32918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8B5CF6"/>
                </a:solidFill>
                <a:latin typeface="Arial"/>
              </a:defRPr>
            </a:pPr>
            <a:r>
              <a:t>Memory &amp; Fact Engine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Implements persistent session tracking using localStorage. Learns facts dynamically via prompt scripts, index lookups, exports local data reports, and removes forgotten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011680"/>
            <a:ext cx="32918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8B5CF6"/>
                </a:solidFill>
                <a:latin typeface="Arial"/>
              </a:defRPr>
            </a:pPr>
            <a:r>
              <a:t>Productivity Utilities</a:t>
            </a:r>
          </a:p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Integrates user-focused note collections, interactive lists of tasks with toggleable completion checkboxes, aliases, and keyword search indexes across everything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STAGE 02 — CORE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Veltrix Core: The Long-Term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A Supervised Ambient Assistant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Dynamic Learning: Learn continuously from connected documents, logs, databases, and APIs.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Active Research: Access the internet to query details, summarize reports, and verify sources.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Workspace Interaction: Read, analyze, write, and organize files in standard project directories.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Self-Improvement: Suggest logic tweaks and improvements to its own engine dynamically.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Supervisor Guardrails: Access computer-level tools only under direct human supervision.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Arial"/>
              </a:defRPr>
            </a:pPr>
            <a:r>
              <a:t>• Strict User Approval: Never run major actions, modify files, or execute builds without explicit user permission.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STAGE 03 &amp; 04 —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Future Frameworks: Studio &amp;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Veltrix Studio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Status: Planned / Future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AI Website Generation: Instantly builds clean landing pages, portfolios, and blogs.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Smart Content Copy: Automated layout design and text copy tailored for businesses.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Interactive Customization: Drag-and-drop structural edits with deployable source files.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Integrated Engine: Future direct control mapping via connected Veltrix Core assistants.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F97316"/>
                </a:solidFill>
                <a:latin typeface="Arial"/>
              </a:defRPr>
            </a:pPr>
            <a:r>
              <a:t>Veltrix OS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Status: Long-Term Vision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Android-Based Platform: A custom OS built strictly for Android mobile devices.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Ambient Layer: Veltrix Core functions as the central system intelligence.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App Automation: Supervised AI assistant automates screen actions, checks inputs, and coordinates workflows.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Arial"/>
              </a:defRPr>
            </a:pPr>
            <a:r>
              <a:t>• Approval Protection: Built with user guardrails, preventing system tasks from running without explicit notification.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5400" b="1" i="1">
                <a:solidFill>
                  <a:srgbClr val="0F172A"/>
                </a:solidFill>
                <a:latin typeface="Arial"/>
              </a:defRPr>
            </a:pPr>
            <a:r>
              <a:t>“Even dots can dream.”</a:t>
            </a:r>
          </a:p>
          <a:p>
            <a:pPr algn="ctr">
              <a:spcBef>
                <a:spcPts val="20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From VTU infrastructure to intelligent systems, Veltrix is being built version by version into a connected digital ecosystem.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